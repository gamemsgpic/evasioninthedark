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5143500" cx="9144000"/>
  <p:notesSz cx="6858000" cy="9144000"/>
  <p:embeddedFontLst>
    <p:embeddedFont>
      <p:font typeface="Jua"/>
      <p:regular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0" Type="http://schemas.openxmlformats.org/officeDocument/2006/relationships/font" Target="fonts/Jua-regular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19422f7be9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19422f7be9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19422f7be9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19422f7be9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19422f7be9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19422f7be9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19422f7be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19422f7be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19422f7be9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19422f7be9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19422f7be9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19422f7be9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19422f7be9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19422f7be9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9422f7be9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19422f7be9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19422f7be9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19422f7be9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19422f7be9_0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19422f7be9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9422f7be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9422f7be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19422f7be9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19422f7be9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19422f7be9_0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19422f7be9_0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9422f7be9_0_1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9422f7be9_0_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19422f7be9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19422f7be9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19422f7be9_0_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19422f7be9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19422f7be9_0_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19422f7be9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19422f7be9_0_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19422f7be9_0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19422f7be9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19422f7be9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19422f7be9_0_1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19422f7be9_0_1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19422f7be9_0_1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19422f7be9_0_1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19422f7be9_0_2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19422f7be9_0_2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194482445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194482445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hyperlink" Target="http://drive.google.com/file/d/1x1VZbRO69AVqnuLLiIb-yJQ4Dbognv0W/view" TargetMode="External"/><Relationship Id="rId5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drive.google.com/file/d/1UBWWhPEFVeWldN8ItQAArky6xcFhSzjf/view" TargetMode="External"/><Relationship Id="rId5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0.png"/><Relationship Id="rId4" Type="http://schemas.openxmlformats.org/officeDocument/2006/relationships/hyperlink" Target="http://drive.google.com/file/d/1-5xlnrBQhVVhIJltUjYo29JWgD5XUbdY/view" TargetMode="External"/><Relationship Id="rId5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hyperlink" Target="http://drive.google.com/file/d/1JNBxS_g6XTl3klTLZ7Ig5NvBsNJHFss-/view" TargetMode="External"/><Relationship Id="rId5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hyperlink" Target="http://drive.google.com/file/d/182_WFOj9MXYAG94lQLcLDhj4SSn3uN0z/view" TargetMode="External"/><Relationship Id="rId5" Type="http://schemas.openxmlformats.org/officeDocument/2006/relationships/image" Target="../media/image1.png"/><Relationship Id="rId6" Type="http://schemas.openxmlformats.org/officeDocument/2006/relationships/hyperlink" Target="http://drive.google.com/file/d/1PYV9doDGR1W-Ksxv0dEeGz-qO4gpnpT8/view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hyperlink" Target="http://drive.google.com/file/d/1OyJ3dRFFKj40a8nA3MN1NZn4gI6ueoWk/view" TargetMode="External"/><Relationship Id="rId5" Type="http://schemas.openxmlformats.org/officeDocument/2006/relationships/image" Target="../media/image1.png"/><Relationship Id="rId6" Type="http://schemas.openxmlformats.org/officeDocument/2006/relationships/hyperlink" Target="http://drive.google.com/file/d/11fLY6r44XTk56aOzdswdqeHS6QHr--FZ/view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hyperlink" Target="http://drive.google.com/file/d/1UIfxKhUlcWhRGfsCy-tm6Bar0lEmrf5D/view" TargetMode="External"/><Relationship Id="rId5" Type="http://schemas.openxmlformats.org/officeDocument/2006/relationships/image" Target="../media/image1.png"/><Relationship Id="rId6" Type="http://schemas.openxmlformats.org/officeDocument/2006/relationships/hyperlink" Target="http://drive.google.com/file/d/1feh96SQS4XYt9n2m_tCLHzcdhsSKo1ct/view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Relationship Id="rId4" Type="http://schemas.openxmlformats.org/officeDocument/2006/relationships/hyperlink" Target="http://drive.google.com/file/d/1yIdCCREBr53eNlPywMalC4Go1te3_kFb/view" TargetMode="External"/><Relationship Id="rId5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hyperlink" Target="http://drive.google.com/file/d/1DT6fYi2RQUriqIhfXw9dAbCytWti0tvy/view" TargetMode="External"/><Relationship Id="rId5" Type="http://schemas.openxmlformats.org/officeDocument/2006/relationships/image" Target="../media/image1.png"/><Relationship Id="rId6" Type="http://schemas.openxmlformats.org/officeDocument/2006/relationships/hyperlink" Target="http://drive.google.com/file/d/1LCLtwcnF7ZMokDiZ0UzkPULXLFBlvSpt/view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Relationship Id="rId4" Type="http://schemas.openxmlformats.org/officeDocument/2006/relationships/hyperlink" Target="http://drive.google.com/file/d/1UrwwGO_XD9yiIG5IdEjm7zpC5W2qMsS3/view" TargetMode="External"/><Relationship Id="rId5" Type="http://schemas.openxmlformats.org/officeDocument/2006/relationships/image" Target="../media/image1.png"/><Relationship Id="rId6" Type="http://schemas.openxmlformats.org/officeDocument/2006/relationships/hyperlink" Target="http://drive.google.com/file/d/1FXIYFpdXe90P4KQ6BF8Pa_6w55XDpTYB/view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hyperlink" Target="http://drive.google.com/file/d/1nxQYkiidNImWpsYfoKk3HXyNjivGZjsF/view" TargetMode="External"/><Relationship Id="rId5" Type="http://schemas.openxmlformats.org/officeDocument/2006/relationships/image" Target="../media/image1.png"/><Relationship Id="rId6" Type="http://schemas.openxmlformats.org/officeDocument/2006/relationships/hyperlink" Target="http://drive.google.com/file/d/1aSa8k4txVlyIRWDgo1L6OOxD7vTV2v2C/view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Relationship Id="rId4" Type="http://schemas.openxmlformats.org/officeDocument/2006/relationships/hyperlink" Target="http://drive.google.com/file/d/18mjJE-jfQsbkInavOLEfCbfb10MQdxqR/view" TargetMode="External"/><Relationship Id="rId5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hyperlink" Target="http://drive.google.com/file/d/1Abkipg2A5t80t8wJDhok8hIfMpUecw6x/view" TargetMode="External"/><Relationship Id="rId5" Type="http://schemas.openxmlformats.org/officeDocument/2006/relationships/image" Target="../media/image1.png"/><Relationship Id="rId6" Type="http://schemas.openxmlformats.org/officeDocument/2006/relationships/hyperlink" Target="http://drive.google.com/file/d/1upm2TWZOM21oy9vJ-NCivGj1CwOEHjSY/view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Relationship Id="rId4" Type="http://schemas.openxmlformats.org/officeDocument/2006/relationships/hyperlink" Target="http://drive.google.com/file/d/1i5v5MHn7y2bXWw-Em7IEC1xPnGUVeASB/view" TargetMode="External"/><Relationship Id="rId5" Type="http://schemas.openxmlformats.org/officeDocument/2006/relationships/image" Target="../media/image1.png"/><Relationship Id="rId6" Type="http://schemas.openxmlformats.org/officeDocument/2006/relationships/hyperlink" Target="http://drive.google.com/file/d/1OPVIdq5xo0V4h4ibtKX1qZpezIU7xCEg/view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Relationship Id="rId4" Type="http://schemas.openxmlformats.org/officeDocument/2006/relationships/hyperlink" Target="http://drive.google.com/file/d/1YMyyBxkR-q166jI99Y2CmuCWnnRZYNCT/view" TargetMode="External"/><Relationship Id="rId5" Type="http://schemas.openxmlformats.org/officeDocument/2006/relationships/image" Target="../media/image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Relationship Id="rId4" Type="http://schemas.openxmlformats.org/officeDocument/2006/relationships/hyperlink" Target="http://drive.google.com/file/d/1xUdvC3yDR_zqOm__BLW_VHkfavEcqIlf/view" TargetMode="External"/><Relationship Id="rId5" Type="http://schemas.openxmlformats.org/officeDocument/2006/relationships/image" Target="../media/image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9.png"/><Relationship Id="rId4" Type="http://schemas.openxmlformats.org/officeDocument/2006/relationships/hyperlink" Target="http://drive.google.com/file/d/1wEQcb4tl12kME8EUhXmKflWfvjV-qqen/view" TargetMode="External"/><Relationship Id="rId5" Type="http://schemas.openxmlformats.org/officeDocument/2006/relationships/image" Target="../media/image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://drive.google.com/file/d/1mGZ3HeXn5CaRojjt0CNdGVywK3ZcZxvQ/view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0" y="233500"/>
            <a:ext cx="8520600" cy="1662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5800">
                <a:latin typeface="Jua"/>
                <a:ea typeface="Jua"/>
                <a:cs typeface="Jua"/>
                <a:sym typeface="Jua"/>
              </a:rPr>
              <a:t>Evasion In The Dark</a:t>
            </a:r>
            <a:endParaRPr sz="5800">
              <a:latin typeface="Jua"/>
              <a:ea typeface="Jua"/>
              <a:cs typeface="Jua"/>
              <a:sym typeface="Jua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7425" y="2473875"/>
            <a:ext cx="3449149" cy="222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866850"/>
            <a:ext cx="8520600" cy="340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320">
                <a:latin typeface="Jua"/>
                <a:ea typeface="Jua"/>
                <a:cs typeface="Jua"/>
                <a:sym typeface="Jua"/>
              </a:rPr>
              <a:t>이 게임은 </a:t>
            </a:r>
            <a:r>
              <a:rPr lang="ko" sz="2320">
                <a:solidFill>
                  <a:srgbClr val="FFFF00"/>
                </a:solidFill>
                <a:latin typeface="Jua"/>
                <a:ea typeface="Jua"/>
                <a:cs typeface="Jua"/>
                <a:sym typeface="Jua"/>
              </a:rPr>
              <a:t>시각장애</a:t>
            </a:r>
            <a:r>
              <a:rPr lang="ko" sz="2320">
                <a:latin typeface="Jua"/>
                <a:ea typeface="Jua"/>
                <a:cs typeface="Jua"/>
                <a:sym typeface="Jua"/>
              </a:rPr>
              <a:t>를 가진 사람들은 어떤 게임을 할까에서 시작 됐습니다.</a:t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320">
                <a:solidFill>
                  <a:srgbClr val="FFFF00"/>
                </a:solidFill>
                <a:latin typeface="Jua"/>
                <a:ea typeface="Jua"/>
                <a:cs typeface="Jua"/>
                <a:sym typeface="Jua"/>
              </a:rPr>
              <a:t>소리</a:t>
            </a:r>
            <a:r>
              <a:rPr lang="ko" sz="2320">
                <a:latin typeface="Jua"/>
                <a:ea typeface="Jua"/>
                <a:cs typeface="Jua"/>
                <a:sym typeface="Jua"/>
              </a:rPr>
              <a:t>만으로 할 수 있는 게임</a:t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320">
                <a:latin typeface="Jua"/>
                <a:ea typeface="Jua"/>
                <a:cs typeface="Jua"/>
                <a:sym typeface="Jua"/>
              </a:rPr>
              <a:t>소리 정보만으로 상황을 </a:t>
            </a:r>
            <a:r>
              <a:rPr lang="ko" sz="2320">
                <a:solidFill>
                  <a:srgbClr val="FFFF00"/>
                </a:solidFill>
                <a:latin typeface="Jua"/>
                <a:ea typeface="Jua"/>
                <a:cs typeface="Jua"/>
                <a:sym typeface="Jua"/>
              </a:rPr>
              <a:t>파악</a:t>
            </a:r>
            <a:r>
              <a:rPr lang="ko" sz="2320">
                <a:latin typeface="Jua"/>
                <a:ea typeface="Jua"/>
                <a:cs typeface="Jua"/>
                <a:sym typeface="Jua"/>
              </a:rPr>
              <a:t>하고 </a:t>
            </a:r>
            <a:r>
              <a:rPr lang="ko" sz="2320">
                <a:solidFill>
                  <a:srgbClr val="FFFF00"/>
                </a:solidFill>
                <a:latin typeface="Jua"/>
                <a:ea typeface="Jua"/>
                <a:cs typeface="Jua"/>
                <a:sym typeface="Jua"/>
              </a:rPr>
              <a:t>판단 </a:t>
            </a:r>
            <a:r>
              <a:rPr lang="ko" sz="2320">
                <a:latin typeface="Jua"/>
                <a:ea typeface="Jua"/>
                <a:cs typeface="Jua"/>
                <a:sym typeface="Jua"/>
              </a:rPr>
              <a:t>할 수 있는 게임</a:t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320">
                <a:latin typeface="Jua"/>
                <a:ea typeface="Jua"/>
                <a:cs typeface="Jua"/>
                <a:sym typeface="Jua"/>
              </a:rPr>
              <a:t>그렇게 하기 위해서 어떻게 해야할까.</a:t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320">
                <a:latin typeface="Jua"/>
                <a:ea typeface="Jua"/>
                <a:cs typeface="Jua"/>
                <a:sym typeface="Jua"/>
              </a:rPr>
              <a:t>생각의 발단은 사소했지만, 시작점은 저기였습니다.</a:t>
            </a:r>
            <a:endParaRPr sz="2320"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type="title"/>
          </p:nvPr>
        </p:nvSpPr>
        <p:spPr>
          <a:xfrm>
            <a:off x="311700" y="861875"/>
            <a:ext cx="8520600" cy="368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320">
                <a:latin typeface="Jua"/>
                <a:ea typeface="Jua"/>
                <a:cs typeface="Jua"/>
                <a:sym typeface="Jua"/>
              </a:rPr>
              <a:t>게임에 대한 </a:t>
            </a:r>
            <a:r>
              <a:rPr lang="ko" sz="2320">
                <a:solidFill>
                  <a:srgbClr val="FFFF00"/>
                </a:solidFill>
                <a:latin typeface="Jua"/>
                <a:ea typeface="Jua"/>
                <a:cs typeface="Jua"/>
                <a:sym typeface="Jua"/>
              </a:rPr>
              <a:t>설명</a:t>
            </a:r>
            <a:r>
              <a:rPr lang="ko" sz="2320">
                <a:latin typeface="Jua"/>
                <a:ea typeface="Jua"/>
                <a:cs typeface="Jua"/>
                <a:sym typeface="Jua"/>
              </a:rPr>
              <a:t>을 어떻게 할까하다가</a:t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320">
                <a:latin typeface="Jua"/>
                <a:ea typeface="Jua"/>
                <a:cs typeface="Jua"/>
                <a:sym typeface="Jua"/>
              </a:rPr>
              <a:t>너무 어렵게 생각말고</a:t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320">
                <a:solidFill>
                  <a:srgbClr val="FFFF00"/>
                </a:solidFill>
                <a:latin typeface="Jua"/>
                <a:ea typeface="Jua"/>
                <a:cs typeface="Jua"/>
                <a:sym typeface="Jua"/>
              </a:rPr>
              <a:t>튜토리얼</a:t>
            </a:r>
            <a:r>
              <a:rPr lang="ko" sz="2320">
                <a:latin typeface="Jua"/>
                <a:ea typeface="Jua"/>
                <a:cs typeface="Jua"/>
                <a:sym typeface="Jua"/>
              </a:rPr>
              <a:t>을 가지고 오자는 생각을 했습니다.</a:t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320">
                <a:latin typeface="Jua"/>
                <a:ea typeface="Jua"/>
                <a:cs typeface="Jua"/>
                <a:sym typeface="Jua"/>
              </a:rPr>
              <a:t>PPT와는 분위기가 조금 맞지않을 수 있지만 </a:t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320">
                <a:solidFill>
                  <a:srgbClr val="FFFF00"/>
                </a:solidFill>
                <a:latin typeface="Jua"/>
                <a:ea typeface="Jua"/>
                <a:cs typeface="Jua"/>
                <a:sym typeface="Jua"/>
              </a:rPr>
              <a:t>양해부탁드립니다.</a:t>
            </a:r>
            <a:endParaRPr sz="2320">
              <a:solidFill>
                <a:srgbClr val="FFFF00"/>
              </a:solidFill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11927"/>
            <a:ext cx="9144000" cy="471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16" title="튜토1.wa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211925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11940"/>
            <a:ext cx="9144000" cy="4719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7" title="튜토2.wa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211950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11940"/>
            <a:ext cx="9144000" cy="4719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8" title="튜토3.wa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211950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11940"/>
            <a:ext cx="9144000" cy="4719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9" title="튜토4.wa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211950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11940"/>
            <a:ext cx="9144000" cy="4719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20" title="튜토5.wa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21195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20" title="left.wav">
            <a:hlinkClick r:id="rId6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4474350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11940"/>
            <a:ext cx="9144000" cy="4719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21" title="튜토6.wa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21195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1" title="mid.wav">
            <a:hlinkClick r:id="rId6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4474350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11940"/>
            <a:ext cx="9144000" cy="4719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2" title="튜토7.wa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21195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22" title="right.wav">
            <a:hlinkClick r:id="rId6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4474350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11940"/>
            <a:ext cx="9144000" cy="4719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3" title="튜토8.wa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211950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11940"/>
            <a:ext cx="9144000" cy="4719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4" title="튜토9.wa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21195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24" title="bass.wav">
            <a:hlinkClick r:id="rId6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4474350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11940"/>
            <a:ext cx="9144000" cy="4719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5" title="튜토10.wa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21195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25" title="Drum.wav">
            <a:hlinkClick r:id="rId6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4474350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11940"/>
            <a:ext cx="9144000" cy="4719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6" title="튜토11.wa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21195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26" title="stick.wav">
            <a:hlinkClick r:id="rId6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4474350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11950"/>
            <a:ext cx="9144000" cy="4719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7" title="튜토12.wa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211950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11950"/>
            <a:ext cx="9144000" cy="4719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8" title="튜토13.wa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21195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28" title="scoreup.wav">
            <a:hlinkClick r:id="rId6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4474350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11950"/>
            <a:ext cx="9144000" cy="4719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29" title="튜토14.wa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21195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9" title="damage.wav">
            <a:hlinkClick r:id="rId6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4474350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11950"/>
            <a:ext cx="9144000" cy="4719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30" title="튜토15.wa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211950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11950"/>
            <a:ext cx="9144000" cy="4719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31" title="튜토16.wa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211950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11950"/>
            <a:ext cx="9144000" cy="4719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32" title="튜토17.wav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211950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3"/>
          <p:cNvSpPr txBox="1"/>
          <p:nvPr>
            <p:ph type="title"/>
          </p:nvPr>
        </p:nvSpPr>
        <p:spPr>
          <a:xfrm>
            <a:off x="311700" y="867300"/>
            <a:ext cx="8520600" cy="34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320">
                <a:latin typeface="Jua"/>
                <a:ea typeface="Jua"/>
                <a:cs typeface="Jua"/>
                <a:sym typeface="Jua"/>
              </a:rPr>
              <a:t>잘했던 점으로</a:t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320">
                <a:latin typeface="Jua"/>
                <a:ea typeface="Jua"/>
                <a:cs typeface="Jua"/>
                <a:sym typeface="Jua"/>
              </a:rPr>
              <a:t>게임을 완성했다는 것이 제일 잘 했다고 생각합니다.</a:t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320">
                <a:latin typeface="Jua"/>
                <a:ea typeface="Jua"/>
                <a:cs typeface="Jua"/>
                <a:sym typeface="Jua"/>
              </a:rPr>
              <a:t>우여곡절도 많았지만 생각보다</a:t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320">
                <a:latin typeface="Jua"/>
                <a:ea typeface="Jua"/>
                <a:cs typeface="Jua"/>
                <a:sym typeface="Jua"/>
              </a:rPr>
              <a:t>타격이 적었던 것도 본다면</a:t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20"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ko" sz="2320">
                <a:latin typeface="Jua"/>
                <a:ea typeface="Jua"/>
                <a:cs typeface="Jua"/>
                <a:sym typeface="Jua"/>
              </a:rPr>
              <a:t>스케줄을 어떻게 잘 짰다고 생각됩니다.</a:t>
            </a:r>
            <a:endParaRPr sz="2320"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4"/>
          <p:cNvSpPr txBox="1"/>
          <p:nvPr>
            <p:ph type="title"/>
          </p:nvPr>
        </p:nvSpPr>
        <p:spPr>
          <a:xfrm>
            <a:off x="311700" y="367200"/>
            <a:ext cx="8520600" cy="440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latin typeface="Jua"/>
                <a:ea typeface="Jua"/>
                <a:cs typeface="Jua"/>
                <a:sym typeface="Jua"/>
              </a:rPr>
              <a:t>못한점을 꼽아보자고 하니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latin typeface="Jua"/>
                <a:ea typeface="Jua"/>
                <a:cs typeface="Jua"/>
                <a:sym typeface="Jua"/>
              </a:rPr>
              <a:t>솔직히 너무 많아서 뭐부터 꺼내야 할지 모르겠습니다.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latin typeface="Jua"/>
                <a:ea typeface="Jua"/>
                <a:cs typeface="Jua"/>
                <a:sym typeface="Jua"/>
              </a:rPr>
              <a:t>가장 큰 건 사운드가 재생될때 음량 크기가 조금이지만 일정하지않은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latin typeface="Jua"/>
                <a:ea typeface="Jua"/>
                <a:cs typeface="Jua"/>
                <a:sym typeface="Jua"/>
              </a:rPr>
              <a:t>버그가 있었습니다. 최대한 잡아봤습니다만,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latin typeface="Jua"/>
                <a:ea typeface="Jua"/>
                <a:cs typeface="Jua"/>
                <a:sym typeface="Jua"/>
              </a:rPr>
              <a:t>잘 되지않고 시간을 많이 잡아먹어 버린부분이라 많이 아쉽고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latin typeface="Jua"/>
                <a:ea typeface="Jua"/>
                <a:cs typeface="Jua"/>
                <a:sym typeface="Jua"/>
              </a:rPr>
              <a:t>가장 못한점이라고 생각합니다.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5"/>
          <p:cNvSpPr txBox="1"/>
          <p:nvPr>
            <p:ph type="title"/>
          </p:nvPr>
        </p:nvSpPr>
        <p:spPr>
          <a:xfrm>
            <a:off x="311700" y="1508400"/>
            <a:ext cx="8520600" cy="212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latin typeface="Jua"/>
                <a:ea typeface="Jua"/>
                <a:cs typeface="Jua"/>
                <a:sym typeface="Jua"/>
              </a:rPr>
              <a:t>이번 개인프로젝트를 하면서 재미도 있었고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latin typeface="Jua"/>
                <a:ea typeface="Jua"/>
                <a:cs typeface="Jua"/>
                <a:sym typeface="Jua"/>
              </a:rPr>
              <a:t>무엇보다 산처럼 쌓여있는 해야 할 공부가 보다 크게 와닿았습니다.</a:t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Jua"/>
              <a:ea typeface="Jua"/>
              <a:cs typeface="Jua"/>
              <a:sym typeface="Ju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latin typeface="Jua"/>
                <a:ea typeface="Jua"/>
                <a:cs typeface="Jua"/>
                <a:sym typeface="Jua"/>
              </a:rPr>
              <a:t>이 두가지만 얻은 것으로도 가치가 컸다고 생각합니다.</a:t>
            </a:r>
            <a:endParaRPr>
              <a:latin typeface="Jua"/>
              <a:ea typeface="Jua"/>
              <a:cs typeface="Jua"/>
              <a:sym typeface="Jua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Google Shape;195;p36" title="EvasionInTheDark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