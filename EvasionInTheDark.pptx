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Jua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Ju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9422f7be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9422f7be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9422f7be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9422f7be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9422f7be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19422f7be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9422f7be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9422f7be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9422f7be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9422f7be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9422f7be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9422f7be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9422f7be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9422f7be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9422f7be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9422f7be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9422f7be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9422f7be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9422f7be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9422f7be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9422f7be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9422f7be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9422f7be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19422f7be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9422f7be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9422f7be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9422f7be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9422f7be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9422f7be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9422f7be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9422f7be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9422f7be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9422f7be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9422f7be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9422f7be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19422f7be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9422f7be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19422f7be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9422f7be9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19422f7be9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9422f7be9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19422f7be9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9422f7be9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19422f7be9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9448244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19448244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hyperlink" Target="http://drive.google.com/file/d/1x1VZbRO69AVqnuLLiIb-yJQ4Dbognv0W/view" TargetMode="External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UBWWhPEFVeWldN8ItQAArky6xcFhSzjf/view" TargetMode="External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hyperlink" Target="http://drive.google.com/file/d/1-5xlnrBQhVVhIJltUjYo29JWgD5XUbdY/view" TargetMode="External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JNBxS_g6XTl3klTLZ7Ig5NvBsNJHFss-/view" TargetMode="External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hyperlink" Target="http://drive.google.com/file/d/182_WFOj9MXYAG94lQLcLDhj4SSn3uN0z/view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PYV9doDGR1W-Ksxv0dEeGz-qO4gpnpT8/view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hyperlink" Target="http://drive.google.com/file/d/1OyJ3dRFFKj40a8nA3MN1NZn4gI6ueoWk/view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1fLY6r44XTk56aOzdswdqeHS6QHr--FZ/view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hyperlink" Target="http://drive.google.com/file/d/1UIfxKhUlcWhRGfsCy-tm6Bar0lEmrf5D/view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feh96SQS4XYt9n2m_tCLHzcdhsSKo1ct/view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hyperlink" Target="http://drive.google.com/file/d/1yIdCCREBr53eNlPywMalC4Go1te3_kFb/view" TargetMode="External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DT6fYi2RQUriqIhfXw9dAbCytWti0tvy/view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LCLtwcnF7ZMokDiZ0UzkPULXLFBlvSpt/view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hyperlink" Target="http://drive.google.com/file/d/1UrwwGO_XD9yiIG5IdEjm7zpC5W2qMsS3/view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FXIYFpdXe90P4KQ6BF8Pa_6w55XDpTYB/view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hyperlink" Target="http://drive.google.com/file/d/1nxQYkiidNImWpsYfoKk3HXyNjivGZjsF/view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aSa8k4txVlyIRWDgo1L6OOxD7vTV2v2C/view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hyperlink" Target="http://drive.google.com/file/d/18mjJE-jfQsbkInavOLEfCbfb10MQdxqR/view" TargetMode="External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hyperlink" Target="http://drive.google.com/file/d/1Abkipg2A5t80t8wJDhok8hIfMpUecw6x/view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upm2TWZOM21oy9vJ-NCivGj1CwOEHjSY/view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hyperlink" Target="http://drive.google.com/file/d/1i5v5MHn7y2bXWw-Em7IEC1xPnGUVeASB/view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OPVIdq5xo0V4h4ibtKX1qZpezIU7xCEg/view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hyperlink" Target="http://drive.google.com/file/d/1YMyyBxkR-q166jI99Y2CmuCWnnRZYNCT/view" TargetMode="External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hyperlink" Target="http://drive.google.com/file/d/1xUdvC3yDR_zqOm__BLW_VHkfavEcqIlf/view" TargetMode="External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hyperlink" Target="http://drive.google.com/file/d/1wEQcb4tl12kME8EUhXmKflWfvjV-qqen/view" TargetMode="External"/><Relationship Id="rId5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drive.google.com/file/d/1-cMXqEBW_Lr8gmCcWPsftvkzdno6pybf/view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33500"/>
            <a:ext cx="8520600" cy="166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5800">
                <a:latin typeface="Jua"/>
                <a:ea typeface="Jua"/>
                <a:cs typeface="Jua"/>
                <a:sym typeface="Jua"/>
              </a:rPr>
              <a:t>Evasion In The Dark</a:t>
            </a:r>
            <a:endParaRPr sz="5800"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425" y="2473875"/>
            <a:ext cx="3449149" cy="222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866850"/>
            <a:ext cx="8520600" cy="34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이 게임은 </a:t>
            </a:r>
            <a:r>
              <a:rPr lang="ko" sz="2320">
                <a:solidFill>
                  <a:srgbClr val="FFFF00"/>
                </a:solidFill>
                <a:latin typeface="Jua"/>
                <a:ea typeface="Jua"/>
                <a:cs typeface="Jua"/>
                <a:sym typeface="Jua"/>
              </a:rPr>
              <a:t>시각장애</a:t>
            </a:r>
            <a:r>
              <a:rPr lang="ko" sz="2320">
                <a:latin typeface="Jua"/>
                <a:ea typeface="Jua"/>
                <a:cs typeface="Jua"/>
                <a:sym typeface="Jua"/>
              </a:rPr>
              <a:t>를 가진 사람들은 어떤 게임을 할까에서 시작 됐습니다.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solidFill>
                  <a:srgbClr val="FFFF00"/>
                </a:solidFill>
                <a:latin typeface="Jua"/>
                <a:ea typeface="Jua"/>
                <a:cs typeface="Jua"/>
                <a:sym typeface="Jua"/>
              </a:rPr>
              <a:t>소리</a:t>
            </a:r>
            <a:r>
              <a:rPr lang="ko" sz="2320">
                <a:latin typeface="Jua"/>
                <a:ea typeface="Jua"/>
                <a:cs typeface="Jua"/>
                <a:sym typeface="Jua"/>
              </a:rPr>
              <a:t>만으로 할 수 있는 게임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소리 정보만으로 상황을 </a:t>
            </a:r>
            <a:r>
              <a:rPr lang="ko" sz="2320">
                <a:solidFill>
                  <a:srgbClr val="FFFF00"/>
                </a:solidFill>
                <a:latin typeface="Jua"/>
                <a:ea typeface="Jua"/>
                <a:cs typeface="Jua"/>
                <a:sym typeface="Jua"/>
              </a:rPr>
              <a:t>파악</a:t>
            </a:r>
            <a:r>
              <a:rPr lang="ko" sz="2320">
                <a:latin typeface="Jua"/>
                <a:ea typeface="Jua"/>
                <a:cs typeface="Jua"/>
                <a:sym typeface="Jua"/>
              </a:rPr>
              <a:t>하고 </a:t>
            </a:r>
            <a:r>
              <a:rPr lang="ko" sz="2320">
                <a:solidFill>
                  <a:srgbClr val="FFFF00"/>
                </a:solidFill>
                <a:latin typeface="Jua"/>
                <a:ea typeface="Jua"/>
                <a:cs typeface="Jua"/>
                <a:sym typeface="Jua"/>
              </a:rPr>
              <a:t>판단 </a:t>
            </a:r>
            <a:r>
              <a:rPr lang="ko" sz="2320">
                <a:latin typeface="Jua"/>
                <a:ea typeface="Jua"/>
                <a:cs typeface="Jua"/>
                <a:sym typeface="Jua"/>
              </a:rPr>
              <a:t>할 수 있는 게임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그렇게 하기 위해서 어떻게 해야할까.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생각의 발단은 사소했지만, 시작점은 저기였습니다.</a:t>
            </a:r>
            <a:endParaRPr sz="232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861875"/>
            <a:ext cx="8520600" cy="3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게임에 대한 </a:t>
            </a:r>
            <a:r>
              <a:rPr lang="ko" sz="2320">
                <a:solidFill>
                  <a:srgbClr val="FFFF00"/>
                </a:solidFill>
                <a:latin typeface="Jua"/>
                <a:ea typeface="Jua"/>
                <a:cs typeface="Jua"/>
                <a:sym typeface="Jua"/>
              </a:rPr>
              <a:t>설명</a:t>
            </a:r>
            <a:r>
              <a:rPr lang="ko" sz="2320">
                <a:latin typeface="Jua"/>
                <a:ea typeface="Jua"/>
                <a:cs typeface="Jua"/>
                <a:sym typeface="Jua"/>
              </a:rPr>
              <a:t>을 어떻게 할까하다가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너무 어렵게 생각말고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solidFill>
                  <a:srgbClr val="FFFF00"/>
                </a:solidFill>
                <a:latin typeface="Jua"/>
                <a:ea typeface="Jua"/>
                <a:cs typeface="Jua"/>
                <a:sym typeface="Jua"/>
              </a:rPr>
              <a:t>튜토리얼</a:t>
            </a:r>
            <a:r>
              <a:rPr lang="ko" sz="2320">
                <a:latin typeface="Jua"/>
                <a:ea typeface="Jua"/>
                <a:cs typeface="Jua"/>
                <a:sym typeface="Jua"/>
              </a:rPr>
              <a:t>을 가지고 오자는 생각을 했습니다.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PPT와는 분위기가 조금 맞지않을 수 있지만 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solidFill>
                  <a:srgbClr val="FFFF00"/>
                </a:solidFill>
                <a:latin typeface="Jua"/>
                <a:ea typeface="Jua"/>
                <a:cs typeface="Jua"/>
                <a:sym typeface="Jua"/>
              </a:rPr>
              <a:t>양해부탁드립니다.</a:t>
            </a:r>
            <a:endParaRPr sz="2320">
              <a:solidFill>
                <a:srgbClr val="FFFF00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27"/>
            <a:ext cx="9144000" cy="471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 title="튜토1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4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 title="튜토2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4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8" title="튜토3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4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 title="튜토4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4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0" title="튜토5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0" title="left.wav">
            <a:hlinkClick r:id="rId6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4743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4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1" title="튜토6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1" title="mid.wav">
            <a:hlinkClick r:id="rId6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4743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4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2" title="튜토7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 title="right.wav">
            <a:hlinkClick r:id="rId6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4743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4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3" title="튜토8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4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4" title="튜토9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4" title="bass.wav">
            <a:hlinkClick r:id="rId6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4743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4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5" title="튜토10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5" title="Drum.wav">
            <a:hlinkClick r:id="rId6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4743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4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 title="튜토11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6" title="stick.wav">
            <a:hlinkClick r:id="rId6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4743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5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7" title="튜토12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5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8" title="튜토13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8" title="scoreup.wav">
            <a:hlinkClick r:id="rId6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4743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5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9" title="튜토14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9" title="damage.wav">
            <a:hlinkClick r:id="rId6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4743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5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0" title="튜토15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5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1" title="튜토16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50"/>
            <a:ext cx="9144000" cy="47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2" title="튜토17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19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311700" y="867300"/>
            <a:ext cx="8520600" cy="3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잘했던 점으로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게임을 완성했다는 것이 제일 잘 했다고 생각합니다.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우여곡절도 많았지만 생각보다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타격이 적었던 것도 본다면</a:t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320">
                <a:latin typeface="Jua"/>
                <a:ea typeface="Jua"/>
                <a:cs typeface="Jua"/>
                <a:sym typeface="Jua"/>
              </a:rPr>
              <a:t>스케줄을 어떻게 잘 짰다고 생각됩니다.</a:t>
            </a:r>
            <a:endParaRPr sz="232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367200"/>
            <a:ext cx="8520600" cy="4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못한점을 꼽아보자고 하니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솔직히 너무 많아서 뭐부터 꺼내야 할지 모르겠습니다.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가장 큰 건 사운드가 재생될때 음량 크기가 조금이지만 일정하지않은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버그가 있었습니다. 최대한 잡아봤습니다만,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잘 되지않고 시간을 많이 잡아먹어 버린부분이라 많이 아쉽고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가장 못한점이라고 생각합니다.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311700" y="1508400"/>
            <a:ext cx="8520600" cy="21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이번 개인프로젝트를 하면서 재미도 있었고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무엇보다 산처럼 쌓여있는 해야 할 공부가 보다 크게 와닿았습니다.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이 두가지만 얻은 것으로도 가치가 컸다고 생각합니다.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6" title="EvasionInTheDark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